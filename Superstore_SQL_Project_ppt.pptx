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2" d="100"/>
          <a:sy n="62" d="100"/>
        </p:scale>
        <p:origin x="67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648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813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057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513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262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328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945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443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0750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075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662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658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Superstore Sales Analysis using SQL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Prepared by: Risana</a:t>
            </a:r>
            <a:r>
              <a:rPr lang="en-US" dirty="0"/>
              <a:t> e k</a:t>
            </a:r>
            <a:endParaRPr dirty="0"/>
          </a:p>
          <a:p>
            <a:r>
              <a:rPr dirty="0"/>
              <a:t>Tool Used: MySQL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r>
              <a:rPr dirty="0"/>
              <a:t>Project Overview</a:t>
            </a:r>
          </a:p>
          <a:p>
            <a:pPr lvl="1"/>
            <a:r>
              <a:rPr dirty="0"/>
              <a:t>Objectives</a:t>
            </a:r>
          </a:p>
          <a:p>
            <a:pPr lvl="1"/>
            <a:r>
              <a:rPr dirty="0"/>
              <a:t>Data Cleaning &amp; Infrastructure</a:t>
            </a:r>
          </a:p>
          <a:p>
            <a:pPr lvl="1"/>
            <a:r>
              <a:rPr dirty="0"/>
              <a:t>KPI Dashboard</a:t>
            </a:r>
          </a:p>
          <a:p>
            <a:pPr lvl="1"/>
            <a:r>
              <a:rPr dirty="0"/>
              <a:t>Customer Insights</a:t>
            </a:r>
          </a:p>
          <a:p>
            <a:pPr lvl="1"/>
            <a:r>
              <a:rPr dirty="0"/>
              <a:t>Product Analysis</a:t>
            </a:r>
          </a:p>
          <a:p>
            <a:pPr lvl="1"/>
            <a:r>
              <a:rPr dirty="0"/>
              <a:t>Business Insights</a:t>
            </a:r>
          </a:p>
          <a:p>
            <a:pPr lvl="1"/>
            <a:r>
              <a:rPr dirty="0"/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7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3411"/>
            <a:ext cx="8229600" cy="1143000"/>
          </a:xfrm>
        </p:spPr>
        <p:txBody>
          <a:bodyPr/>
          <a:lstStyle/>
          <a:p>
            <a:r>
              <a:rPr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505" y="2332037"/>
            <a:ext cx="8229600" cy="4525963"/>
          </a:xfrm>
        </p:spPr>
        <p:txBody>
          <a:bodyPr/>
          <a:lstStyle/>
          <a:p>
            <a:r>
              <a:rPr dirty="0"/>
              <a:t>Analyze overall sales and profit performance</a:t>
            </a:r>
          </a:p>
          <a:p>
            <a:pPr lvl="1"/>
            <a:r>
              <a:rPr dirty="0"/>
              <a:t>Identify top customers and profitable products</a:t>
            </a:r>
          </a:p>
          <a:p>
            <a:pPr lvl="1"/>
            <a:r>
              <a:rPr dirty="0"/>
              <a:t>Detect loss-making products</a:t>
            </a:r>
          </a:p>
          <a:p>
            <a:pPr lvl="1"/>
            <a:r>
              <a:rPr dirty="0"/>
              <a:t>Analyze monthly and yearly trends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4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0943"/>
            <a:ext cx="8229600" cy="1143000"/>
          </a:xfrm>
        </p:spPr>
        <p:txBody>
          <a:bodyPr/>
          <a:lstStyle/>
          <a:p>
            <a:r>
              <a:rPr dirty="0"/>
              <a:t>Data Infrastructure &amp;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393" y="2057399"/>
            <a:ext cx="8229600" cy="4525963"/>
          </a:xfrm>
        </p:spPr>
        <p:txBody>
          <a:bodyPr/>
          <a:lstStyle/>
          <a:p>
            <a:r>
              <a:rPr dirty="0"/>
              <a:t>Created structured </a:t>
            </a:r>
            <a:r>
              <a:rPr dirty="0" err="1"/>
              <a:t>sale</a:t>
            </a:r>
            <a:r>
              <a:rPr lang="en-US" dirty="0" err="1"/>
              <a:t>s_project</a:t>
            </a:r>
            <a:r>
              <a:rPr dirty="0"/>
              <a:t> database</a:t>
            </a:r>
          </a:p>
          <a:p>
            <a:pPr lvl="1"/>
            <a:r>
              <a:rPr dirty="0"/>
              <a:t>Converted date formats using STR_TO_DATE</a:t>
            </a:r>
          </a:p>
          <a:p>
            <a:pPr lvl="1"/>
            <a:r>
              <a:rPr dirty="0"/>
              <a:t>Fixed BOM column issue</a:t>
            </a:r>
          </a:p>
          <a:p>
            <a:pPr lvl="1"/>
            <a:r>
              <a:rPr dirty="0"/>
              <a:t>Handled SQL safe update mode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2315"/>
            <a:ext cx="8229600" cy="1143000"/>
          </a:xfrm>
        </p:spPr>
        <p:txBody>
          <a:bodyPr/>
          <a:lstStyle/>
          <a:p>
            <a:r>
              <a:rPr dirty="0"/>
              <a:t>KPI 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6247" y="2332037"/>
            <a:ext cx="8229600" cy="4525963"/>
          </a:xfrm>
        </p:spPr>
        <p:txBody>
          <a:bodyPr/>
          <a:lstStyle/>
          <a:p>
            <a:r>
              <a:rPr dirty="0"/>
              <a:t>Total Sales</a:t>
            </a:r>
          </a:p>
          <a:p>
            <a:pPr lvl="1"/>
            <a:r>
              <a:rPr dirty="0"/>
              <a:t>Total Profit</a:t>
            </a:r>
          </a:p>
          <a:p>
            <a:pPr lvl="1"/>
            <a:r>
              <a:rPr dirty="0"/>
              <a:t>Average Order Value (AOV)</a:t>
            </a:r>
          </a:p>
          <a:p>
            <a:pPr lvl="1"/>
            <a:r>
              <a:rPr dirty="0"/>
              <a:t>Monthly Sales Trend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6152"/>
            <a:ext cx="8229600" cy="1143000"/>
          </a:xfrm>
        </p:spPr>
        <p:txBody>
          <a:bodyPr/>
          <a:lstStyle/>
          <a:p>
            <a:r>
              <a:rPr dirty="0"/>
              <a:t>Customer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038" y="2771454"/>
            <a:ext cx="8229600" cy="4525963"/>
          </a:xfrm>
        </p:spPr>
        <p:txBody>
          <a:bodyPr/>
          <a:lstStyle/>
          <a:p>
            <a:r>
              <a:rPr dirty="0"/>
              <a:t>Used RANK() window function</a:t>
            </a:r>
          </a:p>
          <a:p>
            <a:pPr lvl="1"/>
            <a:r>
              <a:rPr dirty="0"/>
              <a:t>Identified top 5 customers</a:t>
            </a:r>
          </a:p>
          <a:p>
            <a:pPr lvl="1"/>
            <a:r>
              <a:rPr dirty="0"/>
              <a:t>Analyzed repeat customers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46138"/>
            <a:ext cx="8229600" cy="1143000"/>
          </a:xfrm>
        </p:spPr>
        <p:txBody>
          <a:bodyPr/>
          <a:lstStyle/>
          <a:p>
            <a:r>
              <a:rPr dirty="0"/>
              <a:t>Product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942" y="2332037"/>
            <a:ext cx="8229600" cy="4525963"/>
          </a:xfrm>
        </p:spPr>
        <p:txBody>
          <a:bodyPr/>
          <a:lstStyle/>
          <a:p>
            <a:r>
              <a:rPr dirty="0"/>
              <a:t>Top profitable products</a:t>
            </a:r>
          </a:p>
          <a:p>
            <a:pPr lvl="1"/>
            <a:r>
              <a:rPr dirty="0"/>
              <a:t>Loss-making products identified</a:t>
            </a:r>
          </a:p>
          <a:p>
            <a:pPr lvl="1"/>
            <a:r>
              <a:rPr dirty="0"/>
              <a:t>Category-wise profit comparison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used for data cleaning and analysis</a:t>
            </a:r>
          </a:p>
          <a:p>
            <a:pPr lvl="1"/>
            <a:r>
              <a:t>Generated actionable business insights</a:t>
            </a:r>
          </a:p>
          <a:p>
            <a:pPr lvl="1"/>
            <a:r>
              <a:t>Supports strategic decision making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11</TotalTime>
  <Words>141</Words>
  <Application>Microsoft Office PowerPoint</Application>
  <PresentationFormat>On-screen Show (4:3)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Tw Cen MT</vt:lpstr>
      <vt:lpstr>Tw Cen MT Condensed</vt:lpstr>
      <vt:lpstr>Wingdings 3</vt:lpstr>
      <vt:lpstr>Integral</vt:lpstr>
      <vt:lpstr>Superstore Sales Analysis using SQL</vt:lpstr>
      <vt:lpstr>Contents</vt:lpstr>
      <vt:lpstr>Project Objectives</vt:lpstr>
      <vt:lpstr>Data Infrastructure &amp; Cleaning</vt:lpstr>
      <vt:lpstr>KPI Dashboard Overview</vt:lpstr>
      <vt:lpstr>Customer Insights</vt:lpstr>
      <vt:lpstr>Product Analysis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Analysis using SQL</dc:title>
  <dc:subject/>
  <dc:creator>user</dc:creator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2026-02-26T06:44:18Z</dcterms:modified>
  <cp:category/>
</cp:coreProperties>
</file>